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800" b="1">
                <a:solidFill>
                  <a:srgbClr val="1E3A8A"/>
                </a:solidFill>
                <a:latin typeface="Arial"/>
              </a:defRPr>
            </a:pPr>
            <a:r>
              <a:t>EMPLOYEE ATTRITION</a:t>
            </a:r>
            <a:br/>
            <a:r>
              <a:t>PREDICTION SYSTEM</a:t>
            </a:r>
          </a:p>
          <a:p>
            <a:pPr>
              <a:spcBef>
                <a:spcPts val="1000"/>
              </a:spcBef>
              <a:defRPr sz="1600">
                <a:solidFill>
                  <a:srgbClr val="4F46E5"/>
                </a:solidFill>
                <a:latin typeface="Arial"/>
              </a:defRPr>
            </a:pPr>
            <a:r>
              <a:t>Proactive Talent Retention Analytics &amp; Risk Management 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100">
                <a:solidFill>
                  <a:srgbClr val="64748B"/>
                </a:solidFill>
                <a:latin typeface="Arial"/>
              </a:defRPr>
            </a:pPr>
            <a:r>
              <a:t>Enterprise People Analytics Lifecycle</a:t>
            </a:r>
            <a:br/>
            <a:r>
              <a:t>Presented by: Executive Data Team  |  © anuj_enterprises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PROBLEM STATEMENT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The Challenge of Employee Attrition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High Financial Cost of Turnover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Replacing employees costs between 50% and 200% of their annual salary in recruitment, training, and operational drag.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Loss of Intellectual Capital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Departures drain critical institutional knowledge, specialized skills, and disrupt team collaboration networks.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Failures of Reactive HR Strategies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Relying on post-hoc tools like exit interviews prevents preemptive intervention. HR requires real-time analytics to address burnout early.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PROJECT OBJECTIVES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Project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Automate Preprocessing &amp; Pipeline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Develop a clean data lifecycle from raw CSV ingestion to StandardScaler scaling and dummy variable hot-encoding.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Synthesize Class Balance (SMOTE)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Apply Synthetic Minority Over-sampling to training data to eliminate bias on the 16.1% attrition minority class.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Train and Cross-Evaluate Baselines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Evaluate four classifiers (Logistic Regression, Linear Regression, Random Forest, and XGBoost) to optimize performance.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Deploy Interactive Dashboard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Create an intuitive interface with Light/Dark themes and interactive inputs for HR retention planning.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DATASET OVERVIEW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Dataset Description &amp;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IBM HR Analytics Cohort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Consists of 1,470 employee records and 30 informative features after pruning non-predictive variables.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Demographic &amp; Family Identifiers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Includes variables like Age, Gender, Education, EducationField, and MaritalStatus.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Job Role &amp; Work Environment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Telemetry tracks Department, JobRole, EnvironmentSatisfaction, JobSatisfaction, and WorkLifeBalance.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Compensation &amp; Longevity Markers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Captures key financial variables: MonthlyIncome, PercentSalaryHike, StockOptionLevel, TotalWorkingYears, and YearsAtCompany.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METHODOLOGY FLOW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Methodology &amp; Project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Data Ingestion &amp; Ingestion Automation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Deploy raw downloader (download_dataset.py) to fetch verification records into clean folders.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Data Processing &amp; Preprocessor Serialization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Train ColumnTransformer pipelines. Save preprocessor.joblib to decouple training from runtime prediction.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Classifier Benchmarking &amp; Plotting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Fit multiple models on balanced SMOTE splits. Save performance metrics and confusion matrices as deployment assets.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Interactive Web Interface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Deploy Streamlit dashboard (app.py) containing predictor modules, EDA, and model benchmarks.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DATA PREPROCESSING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Pruning Non-Informative Columns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Eliminated constant features (EmployeeCount, StandardHours, Over18) and unique identifier (EmployeeNumber) to reduce noise.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Outlier Mitigation via IQR Capping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Capped continuous variables (like MonthlyIncome and tenure) at Q3 + 1.5 * IQR to stabilize model coefficients.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ColumnTransformer Pipeline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Applied Z-Score normalization on numerical dimensions and drop-first One-Hot encoding on object categories to avoid multicollinearity.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EXPLORATORY DATA ANALYSIS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Key Exploratory Findings (EDA)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Burnout via Overtime Workload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Overtime is the leading driver of attrition. 30% of employees working overtime resign, compared to 10% on standard schedules.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Compensation Floor Risk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Turnover is heavily concentrated in lower wage brackets under $3,000/month, highly affecting Sales Representatives and Lab Technicians.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Tenure Hazards &amp; Integration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New hires are highly volatile during their first 2 years of tenure, suggesting a strong need for improved early support.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MODELS USED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Classifier Engines Evaluated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Logistic Regression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Serves as an interpretable linear baseline. Evaluates log-odds probabilities and provides readable feature coefficients.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Linear Regression Baseline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Trained as a regressor on binary targets. Predictions are clipped to [0, 1] and thresholded at 0.5 to form simple decision boundaries.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Random Forest Classifier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An ensemble bagging model that averages multiple decision trees to handle non-linear splits and prevent overfitting.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XGBoost Classifier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A gradient boosting framework that trains sequential trees to predict residual errors, yielding peak overall accuracy.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EVALUATION RESULTS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Benchmark Performance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0F172A"/>
                </a:solidFill>
                <a:latin typeface="Arial"/>
              </a:defRPr>
            </a:pPr>
            <a:r>
              <a:t>Empirical model performance scores computed on unseen test holdout data (294 samples):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64592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43584"/>
                <a:gridCol w="1243584"/>
                <a:gridCol w="1243584"/>
                <a:gridCol w="1243584"/>
                <a:gridCol w="1243584"/>
              </a:tblGrid>
              <a:tr h="402336">
                <a:tc>
                  <a:txBody>
                    <a:bodyPr/>
                    <a:lstStyle/>
                    <a:p>
                      <a:pPr algn="l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77.21%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38.10%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68.09%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0.4885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0.7941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75.85%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35.71%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63.83%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0.4580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0.7855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85.03%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58.82%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21.28%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0.3125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0.7766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F172A"/>
                          </a:solidFill>
                        </a:defRPr>
                      </a:pPr>
                      <a:r>
                        <a:t>XGBoost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87.76%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76.19%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34.04%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0.4706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0F172A"/>
                          </a:solidFill>
                        </a:defRPr>
                      </a:pPr>
                      <a:r>
                        <a:t>0.7983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4F46E5"/>
                </a:solidFill>
                <a:latin typeface="Arial"/>
              </a:defRPr>
            </a:pPr>
            <a:r>
              <a:t>🔑 Insight: XGBoost yields peak accuracy (87.76%), but Logistic Regression achieves highest Recall (68.09%), capturing 2/3 of departed employees. High recall is vital in HR to avoid costly False Negatives.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SYSTEM INTERFACE DEMO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Interactive Dashboard &amp;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Dynamic Custom Retheming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Designed with executive Light and Dark mode selectors, featuring professional typography and glassmorphic telemetry cards.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Real-Time Retaining Assessment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HR inputs employee telemetry parameters (overtime, job satisfaction, monthly income) via forms to calculate departure probabilities.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Risk Factor Diagnosis Features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App automatically extracts the top features contributing to the individual's predicted risk score, displaying warnings.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Local hot-reloading deployment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Dashboard reloads in real-time. Displays metric tables, feature importances, and confusion matrix plots on the benchmarking page.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CONCLUSION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Project 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The Value of Preemptive Analytics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Deploying machine learning shifts talent retention from a reactive post-resignation process to a proactive risk management strategy.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Selecting the Right Performance Metric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HR deployment demands prioritizing Recall over overall Accuracy. Failing to flag an employee who leaves is far costlier than follow-ups for satisfied employees.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Targeted Retention Recommendations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Linear models (Logistic &amp; Linear Regression) act as highly effective risk alarms, capturing over 63% of voluntary departures.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Arial"/>
              </a:defRPr>
            </a:pPr>
            <a:r>
              <a:t>FUTURE SCOPE</a:t>
            </a:r>
          </a:p>
          <a:p>
            <a:pPr>
              <a:spcBef>
                <a:spcPts val="200"/>
              </a:spcBef>
              <a:defRPr sz="2600" b="1">
                <a:solidFill>
                  <a:srgbClr val="1E3A8A"/>
                </a:solidFill>
                <a:latin typeface="Arial"/>
              </a:defRPr>
            </a:pPr>
            <a:r>
              <a:t>Future Scope &amp;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Survival Analysis Implementation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Transition from binary classification to longevity analysis (e.g. Cox Hazard Models) to forecast precisely WHEN a worker is at departure risk.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NLP Exit Survey Analysis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Integrate Natural Language Processing to analyze qualitative textual parameters from historical performance files or exit surveys.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Dynamic Salary Benchmarking Models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Develop optimization features simulating cost-effective salary/level adjustments required to reduce attrition below safety thresholds.</a:t>
            </a:r>
          </a:p>
          <a:p>
            <a:pPr>
              <a:spcBef>
                <a:spcPts val="800"/>
              </a:spcBef>
              <a:spcAft>
                <a:spcPts val="200"/>
              </a:spcAft>
              <a:defRPr sz="1500" b="1">
                <a:solidFill>
                  <a:srgbClr val="1E3A8A"/>
                </a:solidFill>
                <a:latin typeface="Arial"/>
              </a:defRPr>
            </a:pPr>
            <a:r>
              <a:t>• API-Based HRIS Integrations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  <a:latin typeface="Arial"/>
              </a:defRPr>
            </a:pPr>
            <a:r>
              <a:t>Package the joblib classifiers as microservice endpoints to load directly into Workday, SuccessFactors, or in-house HR portal hubs.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